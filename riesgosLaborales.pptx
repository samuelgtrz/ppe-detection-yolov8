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9" r:id="rId2"/>
  </p:sldMasterIdLst>
  <p:sldIdLst>
    <p:sldId id="256" r:id="rId3"/>
    <p:sldId id="257" r:id="rId4"/>
    <p:sldId id="258" r:id="rId5"/>
    <p:sldId id="259" r:id="rId6"/>
    <p:sldId id="260" r:id="rId7"/>
    <p:sldId id="268" r:id="rId8"/>
    <p:sldId id="269" r:id="rId9"/>
    <p:sldId id="271" r:id="rId10"/>
    <p:sldId id="270" r:id="rId11"/>
    <p:sldId id="262" r:id="rId12"/>
    <p:sldId id="272" r:id="rId13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ea pallarés breixo" initials="bpb" lastIdx="1" clrIdx="0">
    <p:extLst>
      <p:ext uri="{19B8F6BF-5375-455C-9EA6-DF929625EA0E}">
        <p15:presenceInfo xmlns:p15="http://schemas.microsoft.com/office/powerpoint/2012/main" userId="brea pallarés breix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3149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BE1D6-7603-49B7-A7DA-09C708020590}" v="2" dt="2025-12-04T14:52:05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a pallarés breixo" userId="29447cf2-a3b9-4239-bf94-75caae3a5915" providerId="ADAL" clId="{447BE1D6-7603-49B7-A7DA-09C708020590}"/>
    <pc:docChg chg="undo custSel modSld">
      <pc:chgData name="brea pallarés breixo" userId="29447cf2-a3b9-4239-bf94-75caae3a5915" providerId="ADAL" clId="{447BE1D6-7603-49B7-A7DA-09C708020590}" dt="2025-12-04T14:59:47.927" v="18" actId="1592"/>
      <pc:docMkLst>
        <pc:docMk/>
      </pc:docMkLst>
      <pc:sldChg chg="modTransition">
        <pc:chgData name="brea pallarés breixo" userId="29447cf2-a3b9-4239-bf94-75caae3a5915" providerId="ADAL" clId="{447BE1D6-7603-49B7-A7DA-09C708020590}" dt="2025-12-04T14:52:05.366" v="1"/>
        <pc:sldMkLst>
          <pc:docMk/>
          <pc:sldMk cId="0" sldId="256"/>
        </pc:sldMkLst>
      </pc:sldChg>
      <pc:sldChg chg="delCm">
        <pc:chgData name="brea pallarés breixo" userId="29447cf2-a3b9-4239-bf94-75caae3a5915" providerId="ADAL" clId="{447BE1D6-7603-49B7-A7DA-09C708020590}" dt="2025-12-04T14:59:47.927" v="18" actId="1592"/>
        <pc:sldMkLst>
          <pc:docMk/>
          <pc:sldMk cId="0" sldId="262"/>
        </pc:sldMkLst>
      </pc:sldChg>
      <pc:sldChg chg="modSp mod">
        <pc:chgData name="brea pallarés breixo" userId="29447cf2-a3b9-4239-bf94-75caae3a5915" providerId="ADAL" clId="{447BE1D6-7603-49B7-A7DA-09C708020590}" dt="2025-12-04T14:55:48.851" v="17" actId="1036"/>
        <pc:sldMkLst>
          <pc:docMk/>
          <pc:sldMk cId="1261612573" sldId="272"/>
        </pc:sldMkLst>
        <pc:spChg chg="mod">
          <ac:chgData name="brea pallarés breixo" userId="29447cf2-a3b9-4239-bf94-75caae3a5915" providerId="ADAL" clId="{447BE1D6-7603-49B7-A7DA-09C708020590}" dt="2025-12-04T14:53:55.307" v="6" actId="1036"/>
          <ac:spMkLst>
            <pc:docMk/>
            <pc:sldMk cId="1261612573" sldId="272"/>
            <ac:spMk id="5" creationId="{1FC3892B-F091-4B6F-886B-B5DCE47D1153}"/>
          </ac:spMkLst>
        </pc:spChg>
        <pc:spChg chg="mod">
          <ac:chgData name="brea pallarés breixo" userId="29447cf2-a3b9-4239-bf94-75caae3a5915" providerId="ADAL" clId="{447BE1D6-7603-49B7-A7DA-09C708020590}" dt="2025-12-04T14:53:53.619" v="5" actId="1036"/>
          <ac:spMkLst>
            <pc:docMk/>
            <pc:sldMk cId="1261612573" sldId="272"/>
            <ac:spMk id="6" creationId="{6901C06A-CD49-4926-964C-8F3CD023D2EC}"/>
          </ac:spMkLst>
        </pc:spChg>
        <pc:spChg chg="mod">
          <ac:chgData name="brea pallarés breixo" userId="29447cf2-a3b9-4239-bf94-75caae3a5915" providerId="ADAL" clId="{447BE1D6-7603-49B7-A7DA-09C708020590}" dt="2025-12-04T14:55:48.851" v="17" actId="1036"/>
          <ac:spMkLst>
            <pc:docMk/>
            <pc:sldMk cId="1261612573" sldId="272"/>
            <ac:spMk id="7" creationId="{B387EF9D-8547-4134-B4D0-D93F04BAE55F}"/>
          </ac:spMkLst>
        </pc:spChg>
        <pc:spChg chg="mod">
          <ac:chgData name="brea pallarés breixo" userId="29447cf2-a3b9-4239-bf94-75caae3a5915" providerId="ADAL" clId="{447BE1D6-7603-49B7-A7DA-09C708020590}" dt="2025-12-04T14:53:56.497" v="7" actId="1036"/>
          <ac:spMkLst>
            <pc:docMk/>
            <pc:sldMk cId="1261612573" sldId="272"/>
            <ac:spMk id="8" creationId="{3A7111CB-F139-4B03-90DB-65C312233DBE}"/>
          </ac:spMkLst>
        </pc:spChg>
        <pc:spChg chg="mod">
          <ac:chgData name="brea pallarés breixo" userId="29447cf2-a3b9-4239-bf94-75caae3a5915" providerId="ADAL" clId="{447BE1D6-7603-49B7-A7DA-09C708020590}" dt="2025-12-04T14:54:20.837" v="9" actId="14100"/>
          <ac:spMkLst>
            <pc:docMk/>
            <pc:sldMk cId="1261612573" sldId="272"/>
            <ac:spMk id="14" creationId="{1D5DD903-E003-406F-9795-1896C04B9839}"/>
          </ac:spMkLst>
        </pc:spChg>
        <pc:spChg chg="mod">
          <ac:chgData name="brea pallarés breixo" userId="29447cf2-a3b9-4239-bf94-75caae3a5915" providerId="ADAL" clId="{447BE1D6-7603-49B7-A7DA-09C708020590}" dt="2025-12-04T14:52:44.555" v="2" actId="20577"/>
          <ac:spMkLst>
            <pc:docMk/>
            <pc:sldMk cId="1261612573" sldId="272"/>
            <ac:spMk id="16" creationId="{14082F11-DD52-4D2B-BE7E-F514A1DBDEDB}"/>
          </ac:spMkLst>
        </pc:spChg>
        <pc:picChg chg="mod">
          <ac:chgData name="brea pallarés breixo" userId="29447cf2-a3b9-4239-bf94-75caae3a5915" providerId="ADAL" clId="{447BE1D6-7603-49B7-A7DA-09C708020590}" dt="2025-12-04T14:54:36.089" v="11" actId="14100"/>
          <ac:picMkLst>
            <pc:docMk/>
            <pc:sldMk cId="1261612573" sldId="272"/>
            <ac:picMk id="20" creationId="{8173BE99-9498-49F9-AF7C-4CF2FF9B6C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897120"/>
            <a:ext cx="665136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617560" y="2118600"/>
            <a:ext cx="3908520" cy="101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720000" y="161568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0" y="161568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720000" y="270612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4572000" y="270612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720000" y="379656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4572000" y="3796560"/>
            <a:ext cx="734400" cy="73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oogle Shape;92;p13"/>
          <p:cNvGrpSpPr/>
          <p:nvPr/>
        </p:nvGrpSpPr>
        <p:grpSpPr>
          <a:xfrm>
            <a:off x="8424360" y="-3960"/>
            <a:ext cx="719640" cy="5143320"/>
            <a:chOff x="8424360" y="-3960"/>
            <a:chExt cx="719640" cy="5143320"/>
          </a:xfrm>
        </p:grpSpPr>
        <p:grpSp>
          <p:nvGrpSpPr>
            <p:cNvPr id="11" name="Google Shape;93;p13"/>
            <p:cNvGrpSpPr/>
            <p:nvPr/>
          </p:nvGrpSpPr>
          <p:grpSpPr>
            <a:xfrm>
              <a:off x="8584560" y="-3960"/>
              <a:ext cx="559440" cy="5143320"/>
              <a:chOff x="8584560" y="-3960"/>
              <a:chExt cx="559440" cy="5143320"/>
            </a:xfrm>
          </p:grpSpPr>
          <p:sp>
            <p:nvSpPr>
              <p:cNvPr id="12" name="Google Shape;94;p13"/>
              <p:cNvSpPr/>
              <p:nvPr/>
            </p:nvSpPr>
            <p:spPr>
              <a:xfrm>
                <a:off x="8584560" y="-3960"/>
                <a:ext cx="559440" cy="171432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95;p13"/>
              <p:cNvSpPr/>
              <p:nvPr/>
            </p:nvSpPr>
            <p:spPr>
              <a:xfrm>
                <a:off x="8584560" y="1710720"/>
                <a:ext cx="559440" cy="17143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96;p13"/>
              <p:cNvSpPr/>
              <p:nvPr/>
            </p:nvSpPr>
            <p:spPr>
              <a:xfrm>
                <a:off x="8584560" y="3425040"/>
                <a:ext cx="559440" cy="171432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" name="Google Shape;97;p13"/>
            <p:cNvSpPr/>
            <p:nvPr/>
          </p:nvSpPr>
          <p:spPr>
            <a:xfrm rot="5400000">
              <a:off x="5935320" y="2489040"/>
              <a:ext cx="51382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" name="Google Shape;98;p13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718800" y="959040"/>
            <a:ext cx="287208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8" name="Google Shape;102;p14"/>
          <p:cNvGrpSpPr/>
          <p:nvPr/>
        </p:nvGrpSpPr>
        <p:grpSpPr>
          <a:xfrm>
            <a:off x="360" y="360"/>
            <a:ext cx="9143640" cy="5143320"/>
            <a:chOff x="360" y="360"/>
            <a:chExt cx="9143640" cy="5143320"/>
          </a:xfrm>
        </p:grpSpPr>
        <p:sp>
          <p:nvSpPr>
            <p:cNvPr id="19" name="Google Shape;103;p14"/>
            <p:cNvSpPr/>
            <p:nvPr/>
          </p:nvSpPr>
          <p:spPr>
            <a:xfrm rot="10800000" flipH="1">
              <a:off x="0" y="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04;p14"/>
            <p:cNvSpPr/>
            <p:nvPr/>
          </p:nvSpPr>
          <p:spPr>
            <a:xfrm rot="10800000" flipH="1">
              <a:off x="8431200" y="36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05;p14"/>
            <p:cNvSpPr/>
            <p:nvPr/>
          </p:nvSpPr>
          <p:spPr>
            <a:xfrm rot="10800000" flipH="1">
              <a:off x="8431200" y="857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06;p14"/>
            <p:cNvSpPr/>
            <p:nvPr/>
          </p:nvSpPr>
          <p:spPr>
            <a:xfrm rot="10800000" flipH="1">
              <a:off x="8431200" y="428688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07;p14"/>
            <p:cNvSpPr/>
            <p:nvPr/>
          </p:nvSpPr>
          <p:spPr>
            <a:xfrm rot="10800000" flipH="1">
              <a:off x="7718040" y="428688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08;p14"/>
            <p:cNvSpPr/>
            <p:nvPr/>
          </p:nvSpPr>
          <p:spPr>
            <a:xfrm rot="10800000" flipH="1">
              <a:off x="0" y="428688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997440" y="1045800"/>
            <a:ext cx="4433400" cy="142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7" name="Google Shape;113;p15"/>
          <p:cNvGrpSpPr/>
          <p:nvPr/>
        </p:nvGrpSpPr>
        <p:grpSpPr>
          <a:xfrm>
            <a:off x="360" y="360"/>
            <a:ext cx="712800" cy="5143320"/>
            <a:chOff x="360" y="360"/>
            <a:chExt cx="712800" cy="5143320"/>
          </a:xfrm>
        </p:grpSpPr>
        <p:sp>
          <p:nvSpPr>
            <p:cNvPr id="28" name="Google Shape;114;p15"/>
            <p:cNvSpPr/>
            <p:nvPr/>
          </p:nvSpPr>
          <p:spPr>
            <a:xfrm rot="10800000" flipH="1">
              <a:off x="0" y="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15;p15"/>
            <p:cNvSpPr/>
            <p:nvPr/>
          </p:nvSpPr>
          <p:spPr>
            <a:xfrm rot="10800000" flipH="1">
              <a:off x="0" y="857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16;p15"/>
            <p:cNvSpPr/>
            <p:nvPr/>
          </p:nvSpPr>
          <p:spPr>
            <a:xfrm rot="10800000" flipH="1">
              <a:off x="0" y="428688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" name="Google Shape;117;p15"/>
          <p:cNvSpPr/>
          <p:nvPr/>
        </p:nvSpPr>
        <p:spPr>
          <a:xfrm rot="10800000" flipH="1">
            <a:off x="8431200" y="360"/>
            <a:ext cx="712800" cy="856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Google Shape;118;p15"/>
          <p:cNvSpPr/>
          <p:nvPr/>
        </p:nvSpPr>
        <p:spPr>
          <a:xfrm>
            <a:off x="626184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195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13160" y="1237680"/>
            <a:ext cx="4195080" cy="300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5" name="Google Shape;122;p16"/>
          <p:cNvGrpSpPr/>
          <p:nvPr/>
        </p:nvGrpSpPr>
        <p:grpSpPr>
          <a:xfrm>
            <a:off x="0" y="4662000"/>
            <a:ext cx="9143640" cy="481320"/>
            <a:chOff x="0" y="4662000"/>
            <a:chExt cx="9143640" cy="481320"/>
          </a:xfrm>
        </p:grpSpPr>
        <p:sp>
          <p:nvSpPr>
            <p:cNvPr id="36" name="Google Shape;123;p16"/>
            <p:cNvSpPr/>
            <p:nvPr/>
          </p:nvSpPr>
          <p:spPr>
            <a:xfrm>
              <a:off x="0" y="4983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24;p16"/>
            <p:cNvSpPr/>
            <p:nvPr/>
          </p:nvSpPr>
          <p:spPr>
            <a:xfrm>
              <a:off x="0" y="4822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25;p16"/>
            <p:cNvSpPr/>
            <p:nvPr/>
          </p:nvSpPr>
          <p:spPr>
            <a:xfrm>
              <a:off x="0" y="466200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" name="Google Shape;126;p16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13160" y="666360"/>
            <a:ext cx="692280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1" name="Google Shape;129;p17"/>
          <p:cNvGrpSpPr/>
          <p:nvPr/>
        </p:nvGrpSpPr>
        <p:grpSpPr>
          <a:xfrm>
            <a:off x="0" y="0"/>
            <a:ext cx="9143640" cy="481320"/>
            <a:chOff x="0" y="0"/>
            <a:chExt cx="9143640" cy="481320"/>
          </a:xfrm>
        </p:grpSpPr>
        <p:sp>
          <p:nvSpPr>
            <p:cNvPr id="42" name="Google Shape;130;p17"/>
            <p:cNvSpPr/>
            <p:nvPr/>
          </p:nvSpPr>
          <p:spPr>
            <a:xfrm>
              <a:off x="0" y="321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31;p17"/>
            <p:cNvSpPr/>
            <p:nvPr/>
          </p:nvSpPr>
          <p:spPr>
            <a:xfrm>
              <a:off x="0" y="160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32;p17"/>
            <p:cNvSpPr/>
            <p:nvPr/>
          </p:nvSpPr>
          <p:spPr>
            <a:xfrm>
              <a:off x="0" y="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" name="Google Shape;133;p17"/>
          <p:cNvSpPr/>
          <p:nvPr/>
        </p:nvSpPr>
        <p:spPr>
          <a:xfrm>
            <a:off x="713160" y="47642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143;p18"/>
          <p:cNvGrpSpPr/>
          <p:nvPr/>
        </p:nvGrpSpPr>
        <p:grpSpPr>
          <a:xfrm>
            <a:off x="8795880" y="2411640"/>
            <a:ext cx="364680" cy="2732040"/>
            <a:chOff x="8795880" y="2411640"/>
            <a:chExt cx="364680" cy="2732040"/>
          </a:xfrm>
        </p:grpSpPr>
        <p:sp>
          <p:nvSpPr>
            <p:cNvPr id="49" name="Google Shape;144;p18"/>
            <p:cNvSpPr/>
            <p:nvPr/>
          </p:nvSpPr>
          <p:spPr>
            <a:xfrm rot="10800000" flipH="1">
              <a:off x="8796240" y="4286880"/>
              <a:ext cx="36432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45;p18"/>
            <p:cNvSpPr/>
            <p:nvPr/>
          </p:nvSpPr>
          <p:spPr>
            <a:xfrm rot="10800000" flipH="1">
              <a:off x="8796240" y="3429720"/>
              <a:ext cx="36432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46;p18"/>
            <p:cNvSpPr/>
            <p:nvPr/>
          </p:nvSpPr>
          <p:spPr>
            <a:xfrm rot="10800000" flipH="1">
              <a:off x="8796240" y="2572560"/>
              <a:ext cx="36432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47;p18"/>
            <p:cNvSpPr/>
            <p:nvPr/>
          </p:nvSpPr>
          <p:spPr>
            <a:xfrm>
              <a:off x="8795880" y="2411640"/>
              <a:ext cx="3643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3" name="Google Shape;148;p18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5" name="Google Shape;159;p19"/>
          <p:cNvGrpSpPr/>
          <p:nvPr/>
        </p:nvGrpSpPr>
        <p:grpSpPr>
          <a:xfrm>
            <a:off x="360" y="3429720"/>
            <a:ext cx="9160200" cy="1713960"/>
            <a:chOff x="360" y="3429720"/>
            <a:chExt cx="9160200" cy="1713960"/>
          </a:xfrm>
        </p:grpSpPr>
        <p:grpSp>
          <p:nvGrpSpPr>
            <p:cNvPr id="56" name="Google Shape;160;p19"/>
            <p:cNvGrpSpPr/>
            <p:nvPr/>
          </p:nvGrpSpPr>
          <p:grpSpPr>
            <a:xfrm>
              <a:off x="8796240" y="3429720"/>
              <a:ext cx="364320" cy="1713960"/>
              <a:chOff x="8796240" y="3429720"/>
              <a:chExt cx="364320" cy="1713960"/>
            </a:xfrm>
          </p:grpSpPr>
          <p:sp>
            <p:nvSpPr>
              <p:cNvPr id="57" name="Google Shape;161;p19"/>
              <p:cNvSpPr/>
              <p:nvPr/>
            </p:nvSpPr>
            <p:spPr>
              <a:xfrm rot="10800000" flipH="1">
                <a:off x="8796240" y="4286880"/>
                <a:ext cx="364320" cy="856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62;p19"/>
              <p:cNvSpPr/>
              <p:nvPr/>
            </p:nvSpPr>
            <p:spPr>
              <a:xfrm rot="10800000" flipH="1">
                <a:off x="8796240" y="3429720"/>
                <a:ext cx="364320" cy="856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" name="Google Shape;163;p19"/>
            <p:cNvGrpSpPr/>
            <p:nvPr/>
          </p:nvGrpSpPr>
          <p:grpSpPr>
            <a:xfrm>
              <a:off x="360" y="3429720"/>
              <a:ext cx="364320" cy="1713960"/>
              <a:chOff x="360" y="3429720"/>
              <a:chExt cx="364320" cy="1713960"/>
            </a:xfrm>
          </p:grpSpPr>
          <p:sp>
            <p:nvSpPr>
              <p:cNvPr id="60" name="Google Shape;164;p19"/>
              <p:cNvSpPr/>
              <p:nvPr/>
            </p:nvSpPr>
            <p:spPr>
              <a:xfrm rot="10800000" flipH="1">
                <a:off x="0" y="4286880"/>
                <a:ext cx="36432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165;p19"/>
              <p:cNvSpPr/>
              <p:nvPr/>
            </p:nvSpPr>
            <p:spPr>
              <a:xfrm rot="10800000" flipH="1">
                <a:off x="0" y="3429720"/>
                <a:ext cx="364320" cy="856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2" name="Google Shape;166;p19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4" name="Google Shape;181;p20"/>
          <p:cNvGrpSpPr/>
          <p:nvPr/>
        </p:nvGrpSpPr>
        <p:grpSpPr>
          <a:xfrm>
            <a:off x="0" y="4662000"/>
            <a:ext cx="9143640" cy="481320"/>
            <a:chOff x="0" y="4662000"/>
            <a:chExt cx="9143640" cy="481320"/>
          </a:xfrm>
        </p:grpSpPr>
        <p:sp>
          <p:nvSpPr>
            <p:cNvPr id="65" name="Google Shape;182;p20"/>
            <p:cNvSpPr/>
            <p:nvPr/>
          </p:nvSpPr>
          <p:spPr>
            <a:xfrm>
              <a:off x="0" y="498312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183;p20"/>
            <p:cNvSpPr/>
            <p:nvPr/>
          </p:nvSpPr>
          <p:spPr>
            <a:xfrm>
              <a:off x="0" y="4822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84;p20"/>
            <p:cNvSpPr/>
            <p:nvPr/>
          </p:nvSpPr>
          <p:spPr>
            <a:xfrm>
              <a:off x="0" y="466200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" name="Google Shape;185;p20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858200" y="1948680"/>
            <a:ext cx="3918600" cy="194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4963320" y="924840"/>
            <a:ext cx="953640" cy="953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322280" y="539640"/>
            <a:ext cx="276012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72" name="Google Shape;15;p3"/>
          <p:cNvGrpSpPr/>
          <p:nvPr/>
        </p:nvGrpSpPr>
        <p:grpSpPr>
          <a:xfrm>
            <a:off x="360" y="2520"/>
            <a:ext cx="713160" cy="5138640"/>
            <a:chOff x="360" y="2520"/>
            <a:chExt cx="713160" cy="5138640"/>
          </a:xfrm>
        </p:grpSpPr>
        <p:sp>
          <p:nvSpPr>
            <p:cNvPr id="73" name="Google Shape;16;p3"/>
            <p:cNvSpPr/>
            <p:nvPr/>
          </p:nvSpPr>
          <p:spPr>
            <a:xfrm>
              <a:off x="360" y="346716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7;p3"/>
            <p:cNvSpPr/>
            <p:nvPr/>
          </p:nvSpPr>
          <p:spPr>
            <a:xfrm>
              <a:off x="360" y="4284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8;p3"/>
            <p:cNvSpPr/>
            <p:nvPr/>
          </p:nvSpPr>
          <p:spPr>
            <a:xfrm>
              <a:off x="360" y="2489400"/>
              <a:ext cx="71280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9;p3"/>
            <p:cNvSpPr/>
            <p:nvPr/>
          </p:nvSpPr>
          <p:spPr>
            <a:xfrm>
              <a:off x="360" y="264996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0;p3"/>
            <p:cNvSpPr/>
            <p:nvPr/>
          </p:nvSpPr>
          <p:spPr>
            <a:xfrm rot="10800000" flipH="1">
              <a:off x="360" y="86004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1;p3"/>
            <p:cNvSpPr/>
            <p:nvPr/>
          </p:nvSpPr>
          <p:spPr>
            <a:xfrm rot="10800000" flipH="1">
              <a:off x="360" y="2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22;p3"/>
            <p:cNvSpPr/>
            <p:nvPr/>
          </p:nvSpPr>
          <p:spPr>
            <a:xfrm rot="10800000" flipH="1">
              <a:off x="360" y="167688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287880" y="2064240"/>
            <a:ext cx="25678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accen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3287880" y="915120"/>
            <a:ext cx="25678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accen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3287880" y="3213360"/>
            <a:ext cx="25678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accen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oogle Shape;193;p21"/>
          <p:cNvGrpSpPr/>
          <p:nvPr/>
        </p:nvGrpSpPr>
        <p:grpSpPr>
          <a:xfrm>
            <a:off x="3846960" y="378360"/>
            <a:ext cx="1449720" cy="4385880"/>
            <a:chOff x="3846960" y="378360"/>
            <a:chExt cx="1449720" cy="4385880"/>
          </a:xfrm>
        </p:grpSpPr>
        <p:sp>
          <p:nvSpPr>
            <p:cNvPr id="84" name="Google Shape;194;p21"/>
            <p:cNvSpPr/>
            <p:nvPr/>
          </p:nvSpPr>
          <p:spPr>
            <a:xfrm>
              <a:off x="3846960" y="37836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95;p21"/>
            <p:cNvSpPr/>
            <p:nvPr/>
          </p:nvSpPr>
          <p:spPr>
            <a:xfrm>
              <a:off x="3846960" y="460404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7" name="Google Shape;198;p22"/>
          <p:cNvGrpSpPr/>
          <p:nvPr/>
        </p:nvGrpSpPr>
        <p:grpSpPr>
          <a:xfrm>
            <a:off x="0" y="275040"/>
            <a:ext cx="9143640" cy="4868280"/>
            <a:chOff x="0" y="275040"/>
            <a:chExt cx="9143640" cy="4868280"/>
          </a:xfrm>
        </p:grpSpPr>
        <p:sp>
          <p:nvSpPr>
            <p:cNvPr id="88" name="Google Shape;199;p22"/>
            <p:cNvSpPr/>
            <p:nvPr/>
          </p:nvSpPr>
          <p:spPr>
            <a:xfrm>
              <a:off x="713160" y="27504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9" name="Google Shape;200;p22"/>
            <p:cNvGrpSpPr/>
            <p:nvPr/>
          </p:nvGrpSpPr>
          <p:grpSpPr>
            <a:xfrm>
              <a:off x="0" y="4822560"/>
              <a:ext cx="9143640" cy="320760"/>
              <a:chOff x="0" y="4822560"/>
              <a:chExt cx="9143640" cy="320760"/>
            </a:xfrm>
          </p:grpSpPr>
          <p:sp>
            <p:nvSpPr>
              <p:cNvPr id="90" name="Google Shape;201;p22"/>
              <p:cNvSpPr/>
              <p:nvPr/>
            </p:nvSpPr>
            <p:spPr>
              <a:xfrm>
                <a:off x="0" y="4983120"/>
                <a:ext cx="9143640" cy="1602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202;p22"/>
              <p:cNvSpPr/>
              <p:nvPr/>
            </p:nvSpPr>
            <p:spPr>
              <a:xfrm>
                <a:off x="0" y="4822560"/>
                <a:ext cx="9143640" cy="1602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2" name="Google Shape;203;p22"/>
          <p:cNvGrpSpPr/>
          <p:nvPr/>
        </p:nvGrpSpPr>
        <p:grpSpPr>
          <a:xfrm>
            <a:off x="8431200" y="360"/>
            <a:ext cx="712800" cy="856800"/>
            <a:chOff x="8431200" y="360"/>
            <a:chExt cx="712800" cy="856800"/>
          </a:xfrm>
        </p:grpSpPr>
        <p:sp>
          <p:nvSpPr>
            <p:cNvPr id="93" name="Google Shape;204;p22"/>
            <p:cNvSpPr/>
            <p:nvPr/>
          </p:nvSpPr>
          <p:spPr>
            <a:xfrm rot="10800000" flipH="1">
              <a:off x="8787600" y="360"/>
              <a:ext cx="3564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05;p22"/>
            <p:cNvSpPr/>
            <p:nvPr/>
          </p:nvSpPr>
          <p:spPr>
            <a:xfrm rot="10800000" flipH="1">
              <a:off x="8431200" y="360"/>
              <a:ext cx="3564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6" name="Google Shape;208;p23"/>
          <p:cNvGrpSpPr/>
          <p:nvPr/>
        </p:nvGrpSpPr>
        <p:grpSpPr>
          <a:xfrm>
            <a:off x="0" y="3429360"/>
            <a:ext cx="1432800" cy="1713960"/>
            <a:chOff x="0" y="3429360"/>
            <a:chExt cx="1432800" cy="1713960"/>
          </a:xfrm>
        </p:grpSpPr>
        <p:sp>
          <p:nvSpPr>
            <p:cNvPr id="97" name="Google Shape;209;p23"/>
            <p:cNvSpPr/>
            <p:nvPr/>
          </p:nvSpPr>
          <p:spPr>
            <a:xfrm>
              <a:off x="720000" y="4286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10;p23"/>
            <p:cNvSpPr/>
            <p:nvPr/>
          </p:nvSpPr>
          <p:spPr>
            <a:xfrm>
              <a:off x="0" y="4286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11;p23"/>
            <p:cNvSpPr/>
            <p:nvPr/>
          </p:nvSpPr>
          <p:spPr>
            <a:xfrm>
              <a:off x="0" y="342936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Google Shape;212;p23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2" name="Google Shape;215;p24"/>
          <p:cNvGrpSpPr/>
          <p:nvPr/>
        </p:nvGrpSpPr>
        <p:grpSpPr>
          <a:xfrm>
            <a:off x="360" y="360"/>
            <a:ext cx="9143640" cy="5159880"/>
            <a:chOff x="360" y="360"/>
            <a:chExt cx="9143640" cy="5159880"/>
          </a:xfrm>
        </p:grpSpPr>
        <p:grpSp>
          <p:nvGrpSpPr>
            <p:cNvPr id="103" name="Google Shape;216;p24"/>
            <p:cNvGrpSpPr/>
            <p:nvPr/>
          </p:nvGrpSpPr>
          <p:grpSpPr>
            <a:xfrm>
              <a:off x="360" y="3446280"/>
              <a:ext cx="568080" cy="1713960"/>
              <a:chOff x="360" y="3446280"/>
              <a:chExt cx="568080" cy="1713960"/>
            </a:xfrm>
          </p:grpSpPr>
          <p:sp>
            <p:nvSpPr>
              <p:cNvPr id="104" name="Google Shape;217;p24"/>
              <p:cNvSpPr/>
              <p:nvPr/>
            </p:nvSpPr>
            <p:spPr>
              <a:xfrm rot="10800000" flipH="1">
                <a:off x="0" y="4303440"/>
                <a:ext cx="568080" cy="856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218;p24"/>
              <p:cNvSpPr/>
              <p:nvPr/>
            </p:nvSpPr>
            <p:spPr>
              <a:xfrm rot="10800000" flipH="1">
                <a:off x="0" y="3446280"/>
                <a:ext cx="568080" cy="856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" name="Google Shape;219;p24"/>
            <p:cNvGrpSpPr/>
            <p:nvPr/>
          </p:nvGrpSpPr>
          <p:grpSpPr>
            <a:xfrm>
              <a:off x="8575920" y="360"/>
              <a:ext cx="568080" cy="5159880"/>
              <a:chOff x="8575920" y="360"/>
              <a:chExt cx="568080" cy="5159880"/>
            </a:xfrm>
          </p:grpSpPr>
          <p:sp>
            <p:nvSpPr>
              <p:cNvPr id="107" name="Google Shape;220;p24"/>
              <p:cNvSpPr/>
              <p:nvPr/>
            </p:nvSpPr>
            <p:spPr>
              <a:xfrm rot="10800000" flipH="1">
                <a:off x="8575920" y="4303440"/>
                <a:ext cx="568080" cy="856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221;p24"/>
              <p:cNvSpPr/>
              <p:nvPr/>
            </p:nvSpPr>
            <p:spPr>
              <a:xfrm rot="10800000" flipH="1">
                <a:off x="8575920" y="3446280"/>
                <a:ext cx="568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222;p24"/>
              <p:cNvSpPr/>
              <p:nvPr/>
            </p:nvSpPr>
            <p:spPr>
              <a:xfrm rot="10800000" flipH="1">
                <a:off x="8575920" y="360"/>
                <a:ext cx="568080" cy="856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10" name="Google Shape;223;p24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2" name="Google Shape;226;p25"/>
          <p:cNvGrpSpPr/>
          <p:nvPr/>
        </p:nvGrpSpPr>
        <p:grpSpPr>
          <a:xfrm>
            <a:off x="0" y="360"/>
            <a:ext cx="9144720" cy="5143320"/>
            <a:chOff x="0" y="360"/>
            <a:chExt cx="9144720" cy="5143320"/>
          </a:xfrm>
        </p:grpSpPr>
        <p:sp>
          <p:nvSpPr>
            <p:cNvPr id="113" name="Google Shape;227;p25"/>
            <p:cNvSpPr/>
            <p:nvPr/>
          </p:nvSpPr>
          <p:spPr>
            <a:xfrm rot="10800000" flipH="1">
              <a:off x="-360" y="4286880"/>
              <a:ext cx="71388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28;p25"/>
            <p:cNvSpPr/>
            <p:nvPr/>
          </p:nvSpPr>
          <p:spPr>
            <a:xfrm rot="10800000" flipH="1">
              <a:off x="-360" y="3429720"/>
              <a:ext cx="71388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229;p25"/>
            <p:cNvSpPr/>
            <p:nvPr/>
          </p:nvSpPr>
          <p:spPr>
            <a:xfrm rot="10800000" flipH="1">
              <a:off x="-360" y="2572560"/>
              <a:ext cx="71388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30;p25"/>
            <p:cNvSpPr/>
            <p:nvPr/>
          </p:nvSpPr>
          <p:spPr>
            <a:xfrm rot="10800000" flipH="1">
              <a:off x="8430480" y="360"/>
              <a:ext cx="71388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31;p25"/>
            <p:cNvSpPr/>
            <p:nvPr/>
          </p:nvSpPr>
          <p:spPr>
            <a:xfrm rot="10800000" flipH="1">
              <a:off x="8430480" y="4286880"/>
              <a:ext cx="71388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232;p25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0" name="Google Shape;235;p26"/>
          <p:cNvGrpSpPr/>
          <p:nvPr/>
        </p:nvGrpSpPr>
        <p:grpSpPr>
          <a:xfrm>
            <a:off x="360" y="360"/>
            <a:ext cx="9143640" cy="5143320"/>
            <a:chOff x="360" y="360"/>
            <a:chExt cx="9143640" cy="5143320"/>
          </a:xfrm>
        </p:grpSpPr>
        <p:sp>
          <p:nvSpPr>
            <p:cNvPr id="121" name="Google Shape;236;p26"/>
            <p:cNvSpPr/>
            <p:nvPr/>
          </p:nvSpPr>
          <p:spPr>
            <a:xfrm rot="10800000" flipH="1">
              <a:off x="0" y="428688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37;p26"/>
            <p:cNvSpPr/>
            <p:nvPr/>
          </p:nvSpPr>
          <p:spPr>
            <a:xfrm rot="10800000" flipH="1">
              <a:off x="0" y="34297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38;p26"/>
            <p:cNvSpPr/>
            <p:nvPr/>
          </p:nvSpPr>
          <p:spPr>
            <a:xfrm rot="10800000" flipH="1">
              <a:off x="8431200" y="36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39;p26"/>
            <p:cNvSpPr/>
            <p:nvPr/>
          </p:nvSpPr>
          <p:spPr>
            <a:xfrm rot="10800000" flipH="1">
              <a:off x="8431200" y="857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240;p26"/>
            <p:cNvSpPr/>
            <p:nvPr/>
          </p:nvSpPr>
          <p:spPr>
            <a:xfrm>
              <a:off x="8430840" y="1714320"/>
              <a:ext cx="71280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6" name="Google Shape;241;p26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" name="Google Shape;244;p27"/>
          <p:cNvGrpSpPr/>
          <p:nvPr/>
        </p:nvGrpSpPr>
        <p:grpSpPr>
          <a:xfrm>
            <a:off x="0" y="3276000"/>
            <a:ext cx="9144000" cy="1863720"/>
            <a:chOff x="0" y="3276000"/>
            <a:chExt cx="9144000" cy="1863720"/>
          </a:xfrm>
        </p:grpSpPr>
        <p:sp>
          <p:nvSpPr>
            <p:cNvPr id="129" name="Google Shape;245;p27"/>
            <p:cNvSpPr/>
            <p:nvPr/>
          </p:nvSpPr>
          <p:spPr>
            <a:xfrm rot="10800000" flipH="1">
              <a:off x="-360" y="4282920"/>
              <a:ext cx="70812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0" name="Google Shape;246;p27"/>
            <p:cNvGrpSpPr/>
            <p:nvPr/>
          </p:nvGrpSpPr>
          <p:grpSpPr>
            <a:xfrm>
              <a:off x="8435520" y="3276000"/>
              <a:ext cx="708480" cy="1863720"/>
              <a:chOff x="8435520" y="3276000"/>
              <a:chExt cx="708480" cy="1863720"/>
            </a:xfrm>
          </p:grpSpPr>
          <p:sp>
            <p:nvSpPr>
              <p:cNvPr id="131" name="Google Shape;247;p27"/>
              <p:cNvSpPr/>
              <p:nvPr/>
            </p:nvSpPr>
            <p:spPr>
              <a:xfrm>
                <a:off x="8435880" y="3276000"/>
                <a:ext cx="708120" cy="16020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248;p27"/>
              <p:cNvSpPr/>
              <p:nvPr/>
            </p:nvSpPr>
            <p:spPr>
              <a:xfrm rot="10800000" flipH="1">
                <a:off x="8435160" y="4282920"/>
                <a:ext cx="708120" cy="856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249;p27"/>
              <p:cNvSpPr/>
              <p:nvPr/>
            </p:nvSpPr>
            <p:spPr>
              <a:xfrm rot="10800000" flipH="1">
                <a:off x="8435160" y="3436560"/>
                <a:ext cx="708120" cy="856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4" name="Google Shape;250;p27"/>
            <p:cNvSpPr/>
            <p:nvPr/>
          </p:nvSpPr>
          <p:spPr>
            <a:xfrm>
              <a:off x="0" y="4132800"/>
              <a:ext cx="7081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5" name="Google Shape;251;p27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13160" y="738000"/>
            <a:ext cx="4644720" cy="13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479920" y="539640"/>
            <a:ext cx="29505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38" name="Google Shape;256;p28"/>
          <p:cNvGrpSpPr/>
          <p:nvPr/>
        </p:nvGrpSpPr>
        <p:grpSpPr>
          <a:xfrm>
            <a:off x="7717680" y="3429360"/>
            <a:ext cx="1425960" cy="1713960"/>
            <a:chOff x="7717680" y="3429360"/>
            <a:chExt cx="1425960" cy="1713960"/>
          </a:xfrm>
        </p:grpSpPr>
        <p:sp>
          <p:nvSpPr>
            <p:cNvPr id="139" name="Google Shape;257;p28"/>
            <p:cNvSpPr/>
            <p:nvPr/>
          </p:nvSpPr>
          <p:spPr>
            <a:xfrm>
              <a:off x="8430840" y="4286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58;p28"/>
            <p:cNvSpPr/>
            <p:nvPr/>
          </p:nvSpPr>
          <p:spPr>
            <a:xfrm>
              <a:off x="8430840" y="3429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59;p28"/>
            <p:cNvSpPr/>
            <p:nvPr/>
          </p:nvSpPr>
          <p:spPr>
            <a:xfrm>
              <a:off x="7717680" y="428652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2" name="Google Shape;260;p28"/>
          <p:cNvSpPr/>
          <p:nvPr/>
        </p:nvSpPr>
        <p:spPr>
          <a:xfrm>
            <a:off x="713160" y="5396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253760" y="769320"/>
            <a:ext cx="36835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4" name="Google Shape;264;p29"/>
          <p:cNvSpPr/>
          <p:nvPr/>
        </p:nvSpPr>
        <p:spPr>
          <a:xfrm>
            <a:off x="4253760" y="3320280"/>
            <a:ext cx="368352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aleway"/>
                <a:ea typeface="Raleway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266;p30"/>
          <p:cNvGrpSpPr/>
          <p:nvPr/>
        </p:nvGrpSpPr>
        <p:grpSpPr>
          <a:xfrm>
            <a:off x="360" y="2520"/>
            <a:ext cx="713160" cy="5138640"/>
            <a:chOff x="360" y="2520"/>
            <a:chExt cx="713160" cy="5138640"/>
          </a:xfrm>
        </p:grpSpPr>
        <p:sp>
          <p:nvSpPr>
            <p:cNvPr id="146" name="Google Shape;267;p30"/>
            <p:cNvSpPr/>
            <p:nvPr/>
          </p:nvSpPr>
          <p:spPr>
            <a:xfrm>
              <a:off x="360" y="346716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68;p30"/>
            <p:cNvSpPr/>
            <p:nvPr/>
          </p:nvSpPr>
          <p:spPr>
            <a:xfrm>
              <a:off x="360" y="4284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69;p30"/>
            <p:cNvSpPr/>
            <p:nvPr/>
          </p:nvSpPr>
          <p:spPr>
            <a:xfrm>
              <a:off x="360" y="2489400"/>
              <a:ext cx="71280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70;p30"/>
            <p:cNvSpPr/>
            <p:nvPr/>
          </p:nvSpPr>
          <p:spPr>
            <a:xfrm>
              <a:off x="360" y="264996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71;p30"/>
            <p:cNvSpPr/>
            <p:nvPr/>
          </p:nvSpPr>
          <p:spPr>
            <a:xfrm rot="10800000" flipH="1">
              <a:off x="360" y="86004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72;p30"/>
            <p:cNvSpPr/>
            <p:nvPr/>
          </p:nvSpPr>
          <p:spPr>
            <a:xfrm rot="10800000" flipH="1">
              <a:off x="360" y="2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73;p30"/>
            <p:cNvSpPr/>
            <p:nvPr/>
          </p:nvSpPr>
          <p:spPr>
            <a:xfrm rot="10800000" flipH="1">
              <a:off x="360" y="167688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13160" y="1350000"/>
            <a:ext cx="2775960" cy="111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13160" y="2469240"/>
            <a:ext cx="277596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275;p31"/>
          <p:cNvGrpSpPr/>
          <p:nvPr/>
        </p:nvGrpSpPr>
        <p:grpSpPr>
          <a:xfrm>
            <a:off x="360" y="360"/>
            <a:ext cx="9143640" cy="5143320"/>
            <a:chOff x="360" y="360"/>
            <a:chExt cx="9143640" cy="5143320"/>
          </a:xfrm>
        </p:grpSpPr>
        <p:sp>
          <p:nvSpPr>
            <p:cNvPr id="156" name="Google Shape;276;p31"/>
            <p:cNvSpPr/>
            <p:nvPr/>
          </p:nvSpPr>
          <p:spPr>
            <a:xfrm rot="10800000" flipH="1">
              <a:off x="0" y="428688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277;p31"/>
            <p:cNvSpPr/>
            <p:nvPr/>
          </p:nvSpPr>
          <p:spPr>
            <a:xfrm rot="10800000" flipH="1">
              <a:off x="0" y="34297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78;p31"/>
            <p:cNvSpPr/>
            <p:nvPr/>
          </p:nvSpPr>
          <p:spPr>
            <a:xfrm rot="10800000" flipH="1">
              <a:off x="8431200" y="36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279;p31"/>
            <p:cNvSpPr/>
            <p:nvPr/>
          </p:nvSpPr>
          <p:spPr>
            <a:xfrm rot="10800000" flipH="1">
              <a:off x="8431200" y="857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80;p31"/>
            <p:cNvSpPr/>
            <p:nvPr/>
          </p:nvSpPr>
          <p:spPr>
            <a:xfrm>
              <a:off x="8430840" y="1714320"/>
              <a:ext cx="71280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" name="Google Shape;281;p31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63" name="Google Shape;32;p5"/>
          <p:cNvGrpSpPr/>
          <p:nvPr/>
        </p:nvGrpSpPr>
        <p:grpSpPr>
          <a:xfrm>
            <a:off x="0" y="4662000"/>
            <a:ext cx="9143640" cy="481320"/>
            <a:chOff x="0" y="4662000"/>
            <a:chExt cx="9143640" cy="481320"/>
          </a:xfrm>
        </p:grpSpPr>
        <p:sp>
          <p:nvSpPr>
            <p:cNvPr id="164" name="Google Shape;33;p5"/>
            <p:cNvSpPr/>
            <p:nvPr/>
          </p:nvSpPr>
          <p:spPr>
            <a:xfrm>
              <a:off x="0" y="4983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34;p5"/>
            <p:cNvSpPr/>
            <p:nvPr/>
          </p:nvSpPr>
          <p:spPr>
            <a:xfrm>
              <a:off x="0" y="4822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35;p5"/>
            <p:cNvSpPr/>
            <p:nvPr/>
          </p:nvSpPr>
          <p:spPr>
            <a:xfrm>
              <a:off x="0" y="466200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7" name="Google Shape;36;p5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69" name="Google Shape;39;p6"/>
          <p:cNvGrpSpPr/>
          <p:nvPr/>
        </p:nvGrpSpPr>
        <p:grpSpPr>
          <a:xfrm>
            <a:off x="0" y="3429720"/>
            <a:ext cx="9141120" cy="1713960"/>
            <a:chOff x="0" y="3429720"/>
            <a:chExt cx="9141120" cy="1713960"/>
          </a:xfrm>
        </p:grpSpPr>
        <p:sp>
          <p:nvSpPr>
            <p:cNvPr id="170" name="Google Shape;40;p6"/>
            <p:cNvSpPr/>
            <p:nvPr/>
          </p:nvSpPr>
          <p:spPr>
            <a:xfrm rot="10800000" flipH="1">
              <a:off x="-360" y="4286880"/>
              <a:ext cx="71028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41;p6"/>
            <p:cNvSpPr/>
            <p:nvPr/>
          </p:nvSpPr>
          <p:spPr>
            <a:xfrm rot="10800000" flipH="1">
              <a:off x="-360" y="3429720"/>
              <a:ext cx="71028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42;p6"/>
            <p:cNvSpPr/>
            <p:nvPr/>
          </p:nvSpPr>
          <p:spPr>
            <a:xfrm rot="10800000" flipH="1">
              <a:off x="8430480" y="4286880"/>
              <a:ext cx="71028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43;p6"/>
            <p:cNvSpPr/>
            <p:nvPr/>
          </p:nvSpPr>
          <p:spPr>
            <a:xfrm>
              <a:off x="8430840" y="4125960"/>
              <a:ext cx="7102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4" name="Google Shape;44;p6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713160" y="846000"/>
            <a:ext cx="4294440" cy="123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479920" y="539640"/>
            <a:ext cx="29505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77" name="Google Shape;49;p7"/>
          <p:cNvGrpSpPr/>
          <p:nvPr/>
        </p:nvGrpSpPr>
        <p:grpSpPr>
          <a:xfrm>
            <a:off x="7717680" y="3429360"/>
            <a:ext cx="1425960" cy="1713960"/>
            <a:chOff x="7717680" y="3429360"/>
            <a:chExt cx="1425960" cy="1713960"/>
          </a:xfrm>
        </p:grpSpPr>
        <p:sp>
          <p:nvSpPr>
            <p:cNvPr id="178" name="Google Shape;50;p7"/>
            <p:cNvSpPr/>
            <p:nvPr/>
          </p:nvSpPr>
          <p:spPr>
            <a:xfrm>
              <a:off x="8430840" y="4286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51;p7"/>
            <p:cNvSpPr/>
            <p:nvPr/>
          </p:nvSpPr>
          <p:spPr>
            <a:xfrm>
              <a:off x="8430840" y="3429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52;p7"/>
            <p:cNvSpPr/>
            <p:nvPr/>
          </p:nvSpPr>
          <p:spPr>
            <a:xfrm>
              <a:off x="7717680" y="428652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1" name="Google Shape;53;p7"/>
          <p:cNvSpPr/>
          <p:nvPr/>
        </p:nvSpPr>
        <p:spPr>
          <a:xfrm>
            <a:off x="713160" y="5396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83" name="Google Shape;56;p8"/>
          <p:cNvGrpSpPr/>
          <p:nvPr/>
        </p:nvGrpSpPr>
        <p:grpSpPr>
          <a:xfrm>
            <a:off x="8424360" y="-3960"/>
            <a:ext cx="719640" cy="5143320"/>
            <a:chOff x="8424360" y="-3960"/>
            <a:chExt cx="719640" cy="5143320"/>
          </a:xfrm>
        </p:grpSpPr>
        <p:grpSp>
          <p:nvGrpSpPr>
            <p:cNvPr id="184" name="Google Shape;57;p8"/>
            <p:cNvGrpSpPr/>
            <p:nvPr/>
          </p:nvGrpSpPr>
          <p:grpSpPr>
            <a:xfrm>
              <a:off x="8584560" y="-3960"/>
              <a:ext cx="559440" cy="5143320"/>
              <a:chOff x="8584560" y="-3960"/>
              <a:chExt cx="559440" cy="5143320"/>
            </a:xfrm>
          </p:grpSpPr>
          <p:sp>
            <p:nvSpPr>
              <p:cNvPr id="185" name="Google Shape;58;p8"/>
              <p:cNvSpPr/>
              <p:nvPr/>
            </p:nvSpPr>
            <p:spPr>
              <a:xfrm>
                <a:off x="8584560" y="-3960"/>
                <a:ext cx="559440" cy="171432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59;p8"/>
              <p:cNvSpPr/>
              <p:nvPr/>
            </p:nvSpPr>
            <p:spPr>
              <a:xfrm>
                <a:off x="8584560" y="1710720"/>
                <a:ext cx="559440" cy="17143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60;p8"/>
              <p:cNvSpPr/>
              <p:nvPr/>
            </p:nvSpPr>
            <p:spPr>
              <a:xfrm>
                <a:off x="8584560" y="3425040"/>
                <a:ext cx="559440" cy="171432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8" name="Google Shape;61;p8"/>
            <p:cNvSpPr/>
            <p:nvPr/>
          </p:nvSpPr>
          <p:spPr>
            <a:xfrm rot="5400000">
              <a:off x="5935320" y="2489040"/>
              <a:ext cx="51382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9" name="Google Shape;62;p8"/>
          <p:cNvSpPr/>
          <p:nvPr/>
        </p:nvSpPr>
        <p:spPr>
          <a:xfrm>
            <a:off x="713160" y="27468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1" name="Google Shape;66;p9"/>
          <p:cNvGrpSpPr/>
          <p:nvPr/>
        </p:nvGrpSpPr>
        <p:grpSpPr>
          <a:xfrm>
            <a:off x="7717680" y="3429360"/>
            <a:ext cx="1425960" cy="1713960"/>
            <a:chOff x="7717680" y="3429360"/>
            <a:chExt cx="1425960" cy="1713960"/>
          </a:xfrm>
        </p:grpSpPr>
        <p:sp>
          <p:nvSpPr>
            <p:cNvPr id="192" name="Google Shape;67;p9"/>
            <p:cNvSpPr/>
            <p:nvPr/>
          </p:nvSpPr>
          <p:spPr>
            <a:xfrm>
              <a:off x="8430840" y="4286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68;p9"/>
            <p:cNvSpPr/>
            <p:nvPr/>
          </p:nvSpPr>
          <p:spPr>
            <a:xfrm>
              <a:off x="8430840" y="3429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69;p9"/>
            <p:cNvSpPr/>
            <p:nvPr/>
          </p:nvSpPr>
          <p:spPr>
            <a:xfrm>
              <a:off x="7717680" y="428652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5" name="Google Shape;70;p9"/>
          <p:cNvSpPr/>
          <p:nvPr/>
        </p:nvSpPr>
        <p:spPr>
          <a:xfrm>
            <a:off x="713160" y="5396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292;p35"/>
          <p:cNvGrpSpPr/>
          <p:nvPr/>
        </p:nvGrpSpPr>
        <p:grpSpPr>
          <a:xfrm>
            <a:off x="9043560" y="2520"/>
            <a:ext cx="100800" cy="5138640"/>
            <a:chOff x="9043560" y="2520"/>
            <a:chExt cx="100800" cy="5138640"/>
          </a:xfrm>
        </p:grpSpPr>
        <p:grpSp>
          <p:nvGrpSpPr>
            <p:cNvPr id="200" name="Google Shape;293;p35"/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201" name="Google Shape;294;p35"/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295;p35"/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296;p35"/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297;p35"/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298;p35"/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299;p35"/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07" name="Google Shape;300;p35"/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14240" y="895320"/>
            <a:ext cx="664812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Riesgos Laborales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/>
          </p:nvPr>
        </p:nvSpPr>
        <p:spPr>
          <a:xfrm>
            <a:off x="828720" y="3905280"/>
            <a:ext cx="606708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Automatización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del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análisis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con IA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visión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por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computador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0" name="Google Shape;303;p35"/>
          <p:cNvSpPr/>
          <p:nvPr/>
        </p:nvSpPr>
        <p:spPr>
          <a:xfrm>
            <a:off x="828720" y="771480"/>
            <a:ext cx="1447560" cy="4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555;p51"/>
          <p:cNvSpPr/>
          <p:nvPr/>
        </p:nvSpPr>
        <p:spPr>
          <a:xfrm rot="10800000">
            <a:off x="714960" y="428688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556;p51"/>
          <p:cNvSpPr/>
          <p:nvPr/>
        </p:nvSpPr>
        <p:spPr>
          <a:xfrm rot="10800000">
            <a:off x="714960" y="36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000680" y="1047600"/>
            <a:ext cx="44287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Contextualización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 del </a:t>
            </a: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caso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 de </a:t>
            </a: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uso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ubTitle"/>
          </p:nvPr>
        </p:nvSpPr>
        <p:spPr>
          <a:xfrm>
            <a:off x="4000680" y="2428920"/>
            <a:ext cx="44287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Inteligencia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artificial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y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visión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por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computador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para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verificar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el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cumplimiento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del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uso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de EPIs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40" name="Picture 16" descr="Visual language - Free communications icons">
            <a:extLst>
              <a:ext uri="{FF2B5EF4-FFF2-40B4-BE49-F238E27FC236}">
                <a16:creationId xmlns:a16="http://schemas.microsoft.com/office/drawing/2014/main" id="{51D0F785-0365-4BBD-B8B1-B51E39212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19" y="3213889"/>
            <a:ext cx="1255906" cy="12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lecha apuntando a la derecha - Iconos gratis de flechas">
            <a:extLst>
              <a:ext uri="{FF2B5EF4-FFF2-40B4-BE49-F238E27FC236}">
                <a16:creationId xmlns:a16="http://schemas.microsoft.com/office/drawing/2014/main" id="{ACFBFA84-435E-471D-AD35-283CDB9B0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562" y="3582945"/>
            <a:ext cx="512955" cy="51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Object Recognition Icons - Free SVG &amp; PNG Object Recognition Images - Noun  Project">
            <a:extLst>
              <a:ext uri="{FF2B5EF4-FFF2-40B4-BE49-F238E27FC236}">
                <a16:creationId xmlns:a16="http://schemas.microsoft.com/office/drawing/2014/main" id="{9214F33B-92F7-4D18-B5C4-B71772B1A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554" y="3302914"/>
            <a:ext cx="1166881" cy="116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EB6D949-FB14-44C6-8AF6-2BBFD478F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0" y="687721"/>
            <a:ext cx="3062364" cy="37680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55;p51"/>
          <p:cNvSpPr/>
          <p:nvPr/>
        </p:nvSpPr>
        <p:spPr>
          <a:xfrm rot="10800000">
            <a:off x="714960" y="428688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556;p51"/>
          <p:cNvSpPr/>
          <p:nvPr/>
        </p:nvSpPr>
        <p:spPr>
          <a:xfrm rot="10800000">
            <a:off x="714960" y="36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670524" y="428760"/>
            <a:ext cx="44287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Argumentos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a favor de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utilizar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un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modelo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de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detección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de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objetos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53E288-2A05-42A1-A19E-5C7358858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0" y="286836"/>
            <a:ext cx="2544518" cy="457037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77E6EF1-FC1E-41F3-8197-2EE51C5A6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524" y="1847414"/>
            <a:ext cx="891635" cy="89163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309ECC8-3725-410F-B87F-0274B99A1B73}"/>
              </a:ext>
            </a:extLst>
          </p:cNvPr>
          <p:cNvSpPr txBox="1"/>
          <p:nvPr/>
        </p:nvSpPr>
        <p:spPr>
          <a:xfrm>
            <a:off x="3297770" y="2834316"/>
            <a:ext cx="163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Mayor precisión en tareas específicas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698F62-397F-4091-A818-C02981922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066" y="1847413"/>
            <a:ext cx="891635" cy="89163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59E336A-CCB0-4B9E-8303-9BABCA64B6E1}"/>
              </a:ext>
            </a:extLst>
          </p:cNvPr>
          <p:cNvSpPr txBox="1"/>
          <p:nvPr/>
        </p:nvSpPr>
        <p:spPr>
          <a:xfrm>
            <a:off x="5031785" y="2834316"/>
            <a:ext cx="1706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Evitar </a:t>
            </a:r>
            <a:r>
              <a:rPr lang="es-ES" sz="1200" b="1" i="1" dirty="0" err="1">
                <a:solidFill>
                  <a:srgbClr val="2F3149"/>
                </a:solidFill>
                <a:latin typeface="Raleway" panose="020B0604020202020204" pitchFamily="2" charset="0"/>
              </a:rPr>
              <a:t>hallucinations</a:t>
            </a:r>
            <a:r>
              <a:rPr lang="es-ES" sz="1200" dirty="0">
                <a:latin typeface="Raleway" panose="020B0604020202020204" pitchFamily="2" charset="0"/>
              </a:rPr>
              <a:t> y mayor control del modelo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7E51FE2-F18C-4F55-BAE3-98F9796B7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607" y="1847413"/>
            <a:ext cx="891636" cy="8916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CC9A228-DBEA-4526-B7DD-93965282E708}"/>
              </a:ext>
            </a:extLst>
          </p:cNvPr>
          <p:cNvSpPr txBox="1"/>
          <p:nvPr/>
        </p:nvSpPr>
        <p:spPr>
          <a:xfrm>
            <a:off x="6834853" y="2836222"/>
            <a:ext cx="163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Eficiencia computacional y escalabilidad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FD6651C-2184-47F8-8D67-25B6FF684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395" y="3385152"/>
            <a:ext cx="891637" cy="891637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493D0853-E459-404B-A906-91D8FC15E6AC}"/>
              </a:ext>
            </a:extLst>
          </p:cNvPr>
          <p:cNvSpPr txBox="1"/>
          <p:nvPr/>
        </p:nvSpPr>
        <p:spPr>
          <a:xfrm>
            <a:off x="4038768" y="4379150"/>
            <a:ext cx="163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latin typeface="Raleway" panose="020B0604020202020204" pitchFamily="2" charset="0"/>
              </a:rPr>
              <a:t>Explicabilidad</a:t>
            </a:r>
            <a:r>
              <a:rPr lang="es-ES" sz="1200" dirty="0">
                <a:latin typeface="Raleway" panose="020B0604020202020204" pitchFamily="2" charset="0"/>
              </a:rPr>
              <a:t> y auditoría más sencilla</a:t>
            </a:r>
            <a:endParaRPr lang="es-ES" sz="1400" dirty="0">
              <a:latin typeface="Raleway" panose="020B06040202020202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2D0793C-7714-4BCB-86CB-EB8793A91B6E}"/>
              </a:ext>
            </a:extLst>
          </p:cNvPr>
          <p:cNvSpPr txBox="1"/>
          <p:nvPr/>
        </p:nvSpPr>
        <p:spPr>
          <a:xfrm>
            <a:off x="6016282" y="4391574"/>
            <a:ext cx="163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Robustez frente a variaciones del entorno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394C6AC-8D81-4D08-AEAE-31C6737173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034" y="3385151"/>
            <a:ext cx="891638" cy="891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14239" y="666720"/>
            <a:ext cx="7976277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Diagrama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de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flujo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del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sistema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n 1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33B485B-377E-4EA5-94EF-FD612B694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99" y="1418760"/>
            <a:ext cx="8522802" cy="3637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14240" y="666720"/>
            <a:ext cx="69242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Resultados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n 4" descr="Gráfico&#10;&#10;Descripción generada automáticamente">
            <a:extLst>
              <a:ext uri="{FF2B5EF4-FFF2-40B4-BE49-F238E27FC236}">
                <a16:creationId xmlns:a16="http://schemas.microsoft.com/office/drawing/2014/main" id="{794F2D04-4FC5-4A5B-BE04-5CE319336E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48" y="1389023"/>
            <a:ext cx="4288806" cy="2859204"/>
          </a:xfrm>
          <a:prstGeom prst="rect">
            <a:avLst/>
          </a:prstGeom>
        </p:spPr>
      </p:pic>
      <p:pic>
        <p:nvPicPr>
          <p:cNvPr id="7" name="Imagen 6" descr="Gráfico&#10;&#10;Descripción generada automáticamente">
            <a:extLst>
              <a:ext uri="{FF2B5EF4-FFF2-40B4-BE49-F238E27FC236}">
                <a16:creationId xmlns:a16="http://schemas.microsoft.com/office/drawing/2014/main" id="{DCC99F1B-7496-4259-B0CA-D0B2653C1D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360" y="2230273"/>
            <a:ext cx="4288806" cy="28592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14240" y="666720"/>
            <a:ext cx="69242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Resultados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5613014-4CB3-462D-9AA5-B68D629DAD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22" y="1321287"/>
            <a:ext cx="6822355" cy="341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7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14240" y="666720"/>
            <a:ext cx="69242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Raleway ExtraBold"/>
              </a:rPr>
              <a:t>El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problema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, los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datos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8545B3-ECA7-4161-A1E3-0BA243C34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786" y="1418760"/>
            <a:ext cx="3628074" cy="36167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23F73B2-7911-4D1B-8C72-B19CA2BC9249}"/>
              </a:ext>
            </a:extLst>
          </p:cNvPr>
          <p:cNvSpPr txBox="1"/>
          <p:nvPr/>
        </p:nvSpPr>
        <p:spPr>
          <a:xfrm>
            <a:off x="3834390" y="1784310"/>
            <a:ext cx="817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Raleway" panose="020B0604020202020204" pitchFamily="2" charset="0"/>
              </a:rPr>
              <a:t>Casco</a:t>
            </a:r>
            <a:endParaRPr lang="es-ES" dirty="0">
              <a:latin typeface="Raleway" panose="020B0604020202020204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1FED3B-A3C3-4E17-8C26-3E251E79A09D}"/>
              </a:ext>
            </a:extLst>
          </p:cNvPr>
          <p:cNvSpPr txBox="1"/>
          <p:nvPr/>
        </p:nvSpPr>
        <p:spPr>
          <a:xfrm>
            <a:off x="3735124" y="3244757"/>
            <a:ext cx="1007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2F3149"/>
                </a:solidFill>
                <a:latin typeface="Raleway" panose="020B0604020202020204" pitchFamily="2" charset="0"/>
              </a:rPr>
              <a:t>Guantes</a:t>
            </a:r>
            <a:endParaRPr lang="es-ES" b="1" dirty="0">
              <a:solidFill>
                <a:srgbClr val="2F3149"/>
              </a:solidFill>
              <a:latin typeface="Raleway" panose="020B0604020202020204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6D1CB03-200E-46A2-B075-1037897D81B9}"/>
              </a:ext>
            </a:extLst>
          </p:cNvPr>
          <p:cNvSpPr txBox="1"/>
          <p:nvPr/>
        </p:nvSpPr>
        <p:spPr>
          <a:xfrm>
            <a:off x="3606886" y="2391423"/>
            <a:ext cx="1263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Raleway" panose="020B0604020202020204" pitchFamily="2" charset="0"/>
              </a:rPr>
              <a:t>Chaleco de seguridad</a:t>
            </a:r>
            <a:endParaRPr lang="es-ES" dirty="0">
              <a:latin typeface="Raleway" panose="020B0604020202020204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2EEFE2-C1C2-49AC-A21F-BE9C4FA77C6A}"/>
              </a:ext>
            </a:extLst>
          </p:cNvPr>
          <p:cNvSpPr txBox="1"/>
          <p:nvPr/>
        </p:nvSpPr>
        <p:spPr>
          <a:xfrm>
            <a:off x="3875839" y="4013887"/>
            <a:ext cx="81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Raleway" panose="020B0604020202020204" pitchFamily="2" charset="0"/>
              </a:rPr>
              <a:t>Botas</a:t>
            </a:r>
            <a:endParaRPr lang="es-ES" dirty="0">
              <a:latin typeface="Raleway" panose="020B0604020202020204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C14C2DF-DB5C-4222-8FAB-733207E5C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774" y="1586990"/>
            <a:ext cx="733193" cy="73319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7BC5094-B547-463C-86FE-0E1F15117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264" y="3210205"/>
            <a:ext cx="403860" cy="40386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62F2A9C-FB73-4D54-B69A-1B4C2BEE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31" y="2308782"/>
            <a:ext cx="733193" cy="73319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FD950CA-AC48-4115-B98A-6242FDAB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264" y="3821642"/>
            <a:ext cx="733193" cy="733193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3ADBE73-8FE5-460D-8E29-82A7E081FCCD}"/>
              </a:ext>
            </a:extLst>
          </p:cNvPr>
          <p:cNvCxnSpPr>
            <a:stCxn id="8" idx="3"/>
          </p:cNvCxnSpPr>
          <p:nvPr/>
        </p:nvCxnSpPr>
        <p:spPr>
          <a:xfrm>
            <a:off x="4652146" y="1953586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curvado 20">
            <a:extLst>
              <a:ext uri="{FF2B5EF4-FFF2-40B4-BE49-F238E27FC236}">
                <a16:creationId xmlns:a16="http://schemas.microsoft.com/office/drawing/2014/main" id="{123C4E5D-49B8-474F-8DDB-FB886504CAF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652146" y="1953587"/>
            <a:ext cx="133797" cy="2354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curvado 23">
            <a:extLst>
              <a:ext uri="{FF2B5EF4-FFF2-40B4-BE49-F238E27FC236}">
                <a16:creationId xmlns:a16="http://schemas.microsoft.com/office/drawing/2014/main" id="{5F934D01-CD08-4EF5-BE5F-B94EC5A81E58}"/>
              </a:ext>
            </a:extLst>
          </p:cNvPr>
          <p:cNvCxnSpPr>
            <a:stCxn id="8" idx="3"/>
          </p:cNvCxnSpPr>
          <p:nvPr/>
        </p:nvCxnSpPr>
        <p:spPr>
          <a:xfrm>
            <a:off x="4652146" y="1953586"/>
            <a:ext cx="9144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curvado 25">
            <a:extLst>
              <a:ext uri="{FF2B5EF4-FFF2-40B4-BE49-F238E27FC236}">
                <a16:creationId xmlns:a16="http://schemas.microsoft.com/office/drawing/2014/main" id="{627A8856-A930-431F-90A4-02EC4BFBE999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652146" y="1953586"/>
            <a:ext cx="1508160" cy="1"/>
          </a:xfrm>
          <a:prstGeom prst="curved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58941E28-ABAF-4833-8C26-3CDBDD023EA2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870690" y="2675378"/>
            <a:ext cx="1249611" cy="8433"/>
          </a:xfrm>
          <a:prstGeom prst="curved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A008D8C7-35D2-4C30-87A9-0F0D1B8B818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693594" y="4183164"/>
            <a:ext cx="1556247" cy="506946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9E5F47FE-BABC-4F25-ADB8-9DBDCDE5352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742452" y="3414034"/>
            <a:ext cx="1260374" cy="16201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AFA68919-2DFE-4330-A33A-B1ACB8D4195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742452" y="3414034"/>
            <a:ext cx="2009674" cy="1270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n 46">
            <a:extLst>
              <a:ext uri="{FF2B5EF4-FFF2-40B4-BE49-F238E27FC236}">
                <a16:creationId xmlns:a16="http://schemas.microsoft.com/office/drawing/2014/main" id="{08F32D66-6CF1-4D14-B84C-4334252A6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72" y="1770685"/>
            <a:ext cx="2608878" cy="25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1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14240" y="666720"/>
            <a:ext cx="69242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Ejemplos</a:t>
            </a:r>
            <a:r>
              <a:rPr lang="en-US" sz="3000" dirty="0">
                <a:solidFill>
                  <a:schemeClr val="dk1"/>
                </a:solidFill>
                <a:latin typeface="Raleway ExtraBold"/>
              </a:rPr>
              <a:t> de test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n 4" descr="Imagen que contiene exterior, edificio, frente, banca&#10;&#10;Descripción generada automáticamente">
            <a:extLst>
              <a:ext uri="{FF2B5EF4-FFF2-40B4-BE49-F238E27FC236}">
                <a16:creationId xmlns:a16="http://schemas.microsoft.com/office/drawing/2014/main" id="{643F6FA0-0D83-4EA5-813D-72B61A43FF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52" y="1656653"/>
            <a:ext cx="2595679" cy="259567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98A5AD0-DA82-42F1-9851-1B104ED8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66" y="1656653"/>
            <a:ext cx="2595680" cy="26037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741A143-D1D0-433A-A1AC-ED67679F2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81" y="1656653"/>
            <a:ext cx="2624391" cy="260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3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14240" y="666720"/>
            <a:ext cx="69242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 err="1">
                <a:solidFill>
                  <a:schemeClr val="dk1"/>
                </a:solidFill>
                <a:latin typeface="Raleway ExtraBold"/>
              </a:rPr>
              <a:t>Demostración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ubTitle"/>
          </p:nvPr>
        </p:nvSpPr>
        <p:spPr>
          <a:xfrm>
            <a:off x="714240" y="1562040"/>
            <a:ext cx="6953040" cy="275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47970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555;p51"/>
          <p:cNvSpPr/>
          <p:nvPr/>
        </p:nvSpPr>
        <p:spPr>
          <a:xfrm rot="10800000">
            <a:off x="714960" y="428688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556;p51"/>
          <p:cNvSpPr/>
          <p:nvPr/>
        </p:nvSpPr>
        <p:spPr>
          <a:xfrm rot="10800000">
            <a:off x="714960" y="360"/>
            <a:ext cx="713880" cy="856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28400" rIns="870823080" bIns="4284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4" name="Google Shape;559;p51"/>
          <p:cNvPicPr/>
          <p:nvPr/>
        </p:nvPicPr>
        <p:blipFill>
          <a:blip r:embed="rId2"/>
          <a:srcRect l="26897" r="26897"/>
          <a:stretch/>
        </p:blipFill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>
            <a:extLst>
              <a:ext uri="{FF2B5EF4-FFF2-40B4-BE49-F238E27FC236}">
                <a16:creationId xmlns:a16="http://schemas.microsoft.com/office/drawing/2014/main" id="{6A72D35A-AD39-4BA3-A4B5-16A23F19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680" y="554760"/>
            <a:ext cx="4428720" cy="10807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Conclusiones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. </a:t>
            </a: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Raleway ExtraBold"/>
                <a:ea typeface="Raleway ExtraBold"/>
              </a:rPr>
              <a:t>Proble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  <a:ea typeface="Raleway ExtraBold"/>
              </a:rPr>
              <a:t>mas</a:t>
            </a:r>
            <a:r>
              <a:rPr lang="en-US" sz="3000" dirty="0">
                <a:solidFill>
                  <a:schemeClr val="dk1"/>
                </a:solidFill>
                <a:latin typeface="Raleway ExtraBold"/>
                <a:ea typeface="Raleway ExtraBold"/>
              </a:rPr>
              <a:t>. </a:t>
            </a:r>
            <a:r>
              <a:rPr lang="en-US" sz="3000" dirty="0" err="1">
                <a:solidFill>
                  <a:schemeClr val="dk1"/>
                </a:solidFill>
                <a:latin typeface="Raleway ExtraBold"/>
                <a:ea typeface="Raleway ExtraBold"/>
              </a:rPr>
              <a:t>Mejoras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A20D99-928C-4955-9493-5F358ACF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303" y="1635514"/>
            <a:ext cx="862360" cy="86236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FF32B81-10E2-4D54-BC69-B21194350AC2}"/>
              </a:ext>
            </a:extLst>
          </p:cNvPr>
          <p:cNvSpPr txBox="1"/>
          <p:nvPr/>
        </p:nvSpPr>
        <p:spPr>
          <a:xfrm>
            <a:off x="3815912" y="2497874"/>
            <a:ext cx="163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Dependencia fuerte del </a:t>
            </a:r>
            <a:r>
              <a:rPr lang="es-ES" sz="1200" dirty="0" err="1">
                <a:latin typeface="Raleway" panose="020B0604020202020204" pitchFamily="2" charset="0"/>
              </a:rPr>
              <a:t>dataset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EF140A5-0E82-4520-9FCD-A05A79408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523" y="1642984"/>
            <a:ext cx="862360" cy="86236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6A8F2C6-BDFC-40A4-A8B1-C1674D8E39F0}"/>
              </a:ext>
            </a:extLst>
          </p:cNvPr>
          <p:cNvSpPr txBox="1"/>
          <p:nvPr/>
        </p:nvSpPr>
        <p:spPr>
          <a:xfrm>
            <a:off x="5305132" y="2497874"/>
            <a:ext cx="163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Variabilidad en los </a:t>
            </a:r>
            <a:r>
              <a:rPr lang="es-ES" sz="1200" dirty="0" err="1">
                <a:latin typeface="Raleway" panose="020B0604020202020204" pitchFamily="2" charset="0"/>
              </a:rPr>
              <a:t>EPIs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234B947-7684-4FB6-9F0E-5E256435C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302" y="3465662"/>
            <a:ext cx="862361" cy="86236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A3248B3-F227-4060-B302-82C3B7285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417665" y="2995783"/>
            <a:ext cx="433634" cy="43363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46D4E4B-E755-48DD-B2F7-80DFC8D7B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5906886" y="2995783"/>
            <a:ext cx="433634" cy="43363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7ACFA89-CD5F-468A-A34D-5D95A1FE1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2522" y="3465661"/>
            <a:ext cx="862362" cy="862362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A5EC0EA-44F8-41BE-B2DE-D6407F6BBF48}"/>
              </a:ext>
            </a:extLst>
          </p:cNvPr>
          <p:cNvSpPr txBox="1"/>
          <p:nvPr/>
        </p:nvSpPr>
        <p:spPr>
          <a:xfrm>
            <a:off x="3815912" y="4372481"/>
            <a:ext cx="163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Calidad y cantidad de datos</a:t>
            </a:r>
            <a:endParaRPr lang="es-ES" sz="1400" dirty="0">
              <a:latin typeface="Raleway" panose="020B0604020202020204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7C86185-B36F-4F3D-B7DE-270A50B85FD4}"/>
              </a:ext>
            </a:extLst>
          </p:cNvPr>
          <p:cNvSpPr txBox="1"/>
          <p:nvPr/>
        </p:nvSpPr>
        <p:spPr>
          <a:xfrm>
            <a:off x="5305132" y="4372481"/>
            <a:ext cx="163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Adaptar a los </a:t>
            </a:r>
            <a:r>
              <a:rPr lang="es-ES" sz="1200" dirty="0" err="1">
                <a:latin typeface="Raleway" panose="020B0604020202020204" pitchFamily="2" charset="0"/>
              </a:rPr>
              <a:t>EPIs</a:t>
            </a:r>
            <a:r>
              <a:rPr lang="es-ES" sz="1200" dirty="0">
                <a:latin typeface="Raleway" panose="020B0604020202020204" pitchFamily="2" charset="0"/>
              </a:rPr>
              <a:t> del cliente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CF09817-8A0B-44E9-8345-52B8B11521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1743" y="1635512"/>
            <a:ext cx="862362" cy="862362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67E76295-DAA0-4F32-97E5-2E2198AFDF99}"/>
              </a:ext>
            </a:extLst>
          </p:cNvPr>
          <p:cNvSpPr txBox="1"/>
          <p:nvPr/>
        </p:nvSpPr>
        <p:spPr>
          <a:xfrm>
            <a:off x="6791899" y="2402125"/>
            <a:ext cx="163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No entiende relaciones ni contexto complejo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252E7F9F-46CB-45FA-ACA8-D4CFBE7F9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393653" y="3004144"/>
            <a:ext cx="433634" cy="433634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4EBD162-CB9C-43C9-9F61-230CBEFD08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9289" y="3424518"/>
            <a:ext cx="862362" cy="862362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7A1E9AEA-FD79-4007-835B-341039A571CA}"/>
              </a:ext>
            </a:extLst>
          </p:cNvPr>
          <p:cNvSpPr txBox="1"/>
          <p:nvPr/>
        </p:nvSpPr>
        <p:spPr>
          <a:xfrm>
            <a:off x="6791899" y="4280147"/>
            <a:ext cx="163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Arquitectura híbrida para validar la colocación de </a:t>
            </a:r>
            <a:r>
              <a:rPr lang="es-ES" sz="1200" dirty="0" err="1">
                <a:latin typeface="Raleway" panose="020B0604020202020204" pitchFamily="2" charset="0"/>
              </a:rPr>
              <a:t>EPIs</a:t>
            </a:r>
            <a:endParaRPr lang="es-ES" sz="1400" dirty="0">
              <a:latin typeface="Raleway" panose="020B0604020202020204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623;p55">
            <a:extLst>
              <a:ext uri="{FF2B5EF4-FFF2-40B4-BE49-F238E27FC236}">
                <a16:creationId xmlns:a16="http://schemas.microsoft.com/office/drawing/2014/main" id="{EDE22009-F2BD-46EE-B4A0-FED3234F2B9E}"/>
              </a:ext>
            </a:extLst>
          </p:cNvPr>
          <p:cNvGrpSpPr/>
          <p:nvPr/>
        </p:nvGrpSpPr>
        <p:grpSpPr>
          <a:xfrm>
            <a:off x="0" y="360"/>
            <a:ext cx="1675080" cy="5146074"/>
            <a:chOff x="0" y="360"/>
            <a:chExt cx="1675080" cy="5146074"/>
          </a:xfrm>
        </p:grpSpPr>
        <p:sp>
          <p:nvSpPr>
            <p:cNvPr id="5" name="Google Shape;624;p55">
              <a:extLst>
                <a:ext uri="{FF2B5EF4-FFF2-40B4-BE49-F238E27FC236}">
                  <a16:creationId xmlns:a16="http://schemas.microsoft.com/office/drawing/2014/main" id="{1FC3892B-F091-4B6F-886B-B5DCE47D1153}"/>
                </a:ext>
              </a:extLst>
            </p:cNvPr>
            <p:cNvSpPr/>
            <p:nvPr/>
          </p:nvSpPr>
          <p:spPr>
            <a:xfrm>
              <a:off x="0" y="3472434"/>
              <a:ext cx="167472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625;p55">
              <a:extLst>
                <a:ext uri="{FF2B5EF4-FFF2-40B4-BE49-F238E27FC236}">
                  <a16:creationId xmlns:a16="http://schemas.microsoft.com/office/drawing/2014/main" id="{6901C06A-CD49-4926-964C-8F3CD023D2EC}"/>
                </a:ext>
              </a:extLst>
            </p:cNvPr>
            <p:cNvSpPr/>
            <p:nvPr/>
          </p:nvSpPr>
          <p:spPr>
            <a:xfrm>
              <a:off x="0" y="4289634"/>
              <a:ext cx="167472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626;p55">
              <a:extLst>
                <a:ext uri="{FF2B5EF4-FFF2-40B4-BE49-F238E27FC236}">
                  <a16:creationId xmlns:a16="http://schemas.microsoft.com/office/drawing/2014/main" id="{B387EF9D-8547-4134-B4D0-D93F04BAE55F}"/>
                </a:ext>
              </a:extLst>
            </p:cNvPr>
            <p:cNvSpPr/>
            <p:nvPr/>
          </p:nvSpPr>
          <p:spPr>
            <a:xfrm>
              <a:off x="0" y="2494859"/>
              <a:ext cx="1674467" cy="165061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627;p55">
              <a:extLst>
                <a:ext uri="{FF2B5EF4-FFF2-40B4-BE49-F238E27FC236}">
                  <a16:creationId xmlns:a16="http://schemas.microsoft.com/office/drawing/2014/main" id="{3A7111CB-F139-4B03-90DB-65C312233DBE}"/>
                </a:ext>
              </a:extLst>
            </p:cNvPr>
            <p:cNvSpPr/>
            <p:nvPr/>
          </p:nvSpPr>
          <p:spPr>
            <a:xfrm>
              <a:off x="0" y="2662308"/>
              <a:ext cx="167472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628;p55">
              <a:extLst>
                <a:ext uri="{FF2B5EF4-FFF2-40B4-BE49-F238E27FC236}">
                  <a16:creationId xmlns:a16="http://schemas.microsoft.com/office/drawing/2014/main" id="{CF657F68-CC74-421D-B306-9DB9E6B685E9}"/>
                </a:ext>
              </a:extLst>
            </p:cNvPr>
            <p:cNvSpPr/>
            <p:nvPr/>
          </p:nvSpPr>
          <p:spPr>
            <a:xfrm rot="10800000" flipH="1">
              <a:off x="360" y="857880"/>
              <a:ext cx="167472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629;p55">
              <a:extLst>
                <a:ext uri="{FF2B5EF4-FFF2-40B4-BE49-F238E27FC236}">
                  <a16:creationId xmlns:a16="http://schemas.microsoft.com/office/drawing/2014/main" id="{B601F95C-FF2E-4D75-BE6D-07818770E0F2}"/>
                </a:ext>
              </a:extLst>
            </p:cNvPr>
            <p:cNvSpPr/>
            <p:nvPr/>
          </p:nvSpPr>
          <p:spPr>
            <a:xfrm rot="10800000" flipH="1">
              <a:off x="360" y="360"/>
              <a:ext cx="167472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630;p55">
              <a:extLst>
                <a:ext uri="{FF2B5EF4-FFF2-40B4-BE49-F238E27FC236}">
                  <a16:creationId xmlns:a16="http://schemas.microsoft.com/office/drawing/2014/main" id="{D5B48DF3-19EA-4930-B537-0FAC611851E7}"/>
                </a:ext>
              </a:extLst>
            </p:cNvPr>
            <p:cNvSpPr/>
            <p:nvPr/>
          </p:nvSpPr>
          <p:spPr>
            <a:xfrm rot="10800000" flipH="1">
              <a:off x="360" y="1674720"/>
              <a:ext cx="167472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" name="Google Shape;622;p55">
            <a:extLst>
              <a:ext uri="{FF2B5EF4-FFF2-40B4-BE49-F238E27FC236}">
                <a16:creationId xmlns:a16="http://schemas.microsoft.com/office/drawing/2014/main" id="{1D5DD903-E003-406F-9795-1896C04B9839}"/>
              </a:ext>
            </a:extLst>
          </p:cNvPr>
          <p:cNvSpPr/>
          <p:nvPr/>
        </p:nvSpPr>
        <p:spPr>
          <a:xfrm>
            <a:off x="2242259" y="857161"/>
            <a:ext cx="1447560" cy="161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70823080" tIns="81000" rIns="870823080" bIns="81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04ED4B0C-3489-4C52-A8CA-9149EC53BEFC}"/>
              </a:ext>
            </a:extLst>
          </p:cNvPr>
          <p:cNvSpPr txBox="1">
            <a:spLocks/>
          </p:cNvSpPr>
          <p:nvPr/>
        </p:nvSpPr>
        <p:spPr>
          <a:xfrm>
            <a:off x="4257720" y="772586"/>
            <a:ext cx="3685680" cy="86177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dirty="0"/>
              <a:t>Gracias!</a:t>
            </a:r>
            <a:endParaRPr lang="fr-FR" dirty="0"/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14082F11-DD52-4D2B-BE7E-F514A1DBDEDB}"/>
              </a:ext>
            </a:extLst>
          </p:cNvPr>
          <p:cNvSpPr txBox="1">
            <a:spLocks/>
          </p:cNvSpPr>
          <p:nvPr/>
        </p:nvSpPr>
        <p:spPr>
          <a:xfrm>
            <a:off x="4257720" y="1774814"/>
            <a:ext cx="3685680" cy="15850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dirty="0">
                <a:solidFill>
                  <a:schemeClr val="dk1"/>
                </a:solidFill>
                <a:latin typeface="Raleway Medium"/>
                <a:ea typeface="Raleway Medium"/>
              </a:rPr>
              <a:t>¿Tenéis alguna pregunta?</a:t>
            </a:r>
            <a:endParaRPr lang="en-US" sz="1800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dirty="0">
                <a:solidFill>
                  <a:schemeClr val="dk1"/>
                </a:solidFill>
                <a:latin typeface="Raleway Medium"/>
                <a:ea typeface="Raleway Medium"/>
              </a:rPr>
              <a:t>Breixo Brea Pallares</a:t>
            </a: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dirty="0">
                <a:solidFill>
                  <a:schemeClr val="dk1"/>
                </a:solidFill>
                <a:latin typeface="Raleway Medium"/>
              </a:rPr>
              <a:t>Roque de Arcos Lago</a:t>
            </a: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dirty="0">
                <a:solidFill>
                  <a:schemeClr val="dk1"/>
                </a:solidFill>
                <a:latin typeface="Raleway Medium"/>
              </a:rPr>
              <a:t>Samuel Gutiérrez Castañeda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C39DF65-3415-4E6C-A448-9B210A1E75B6}"/>
              </a:ext>
            </a:extLst>
          </p:cNvPr>
          <p:cNvSpPr txBox="1"/>
          <p:nvPr/>
        </p:nvSpPr>
        <p:spPr>
          <a:xfrm>
            <a:off x="5803902" y="4232414"/>
            <a:ext cx="2500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Raleway" panose="020B0604020202020204" pitchFamily="2" charset="0"/>
              </a:rPr>
              <a:t>Viernes, 12 de diciembre de 2025</a:t>
            </a:r>
            <a:endParaRPr lang="es-ES" sz="1400" dirty="0">
              <a:latin typeface="Raleway" panose="020B0604020202020204" pitchFamily="2" charset="0"/>
            </a:endParaRPr>
          </a:p>
        </p:txBody>
      </p:sp>
      <p:pic>
        <p:nvPicPr>
          <p:cNvPr id="20" name="Imagen 19" descr="Logotipo&#10;&#10;Descripción generada automáticamente">
            <a:extLst>
              <a:ext uri="{FF2B5EF4-FFF2-40B4-BE49-F238E27FC236}">
                <a16:creationId xmlns:a16="http://schemas.microsoft.com/office/drawing/2014/main" id="{8173BE99-9498-49F9-AF7C-4CF2FF9B6C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368" y="1843668"/>
            <a:ext cx="1447451" cy="144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12573"/>
      </p:ext>
    </p:extLst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153</Words>
  <Application>Microsoft Office PowerPoint</Application>
  <PresentationFormat>Presentación en pantalla (16:9)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Arial</vt:lpstr>
      <vt:lpstr>Open Sans</vt:lpstr>
      <vt:lpstr>OpenSymbol</vt:lpstr>
      <vt:lpstr>Raleway</vt:lpstr>
      <vt:lpstr>Raleway ExtraBold</vt:lpstr>
      <vt:lpstr>Raleway Medium</vt:lpstr>
      <vt:lpstr>Symbol</vt:lpstr>
      <vt:lpstr>Wingdings</vt:lpstr>
      <vt:lpstr>-</vt:lpstr>
      <vt:lpstr>Slidesgo Final Pages</vt:lpstr>
      <vt:lpstr>Riesgos Laborales</vt:lpstr>
      <vt:lpstr>Contextualización del caso de uso</vt:lpstr>
      <vt:lpstr>Argumentos a favor de utilizar un modelo de detección de objetos</vt:lpstr>
      <vt:lpstr>Diagrama de flujo del sistema</vt:lpstr>
      <vt:lpstr>Resultados</vt:lpstr>
      <vt:lpstr>Resultados</vt:lpstr>
      <vt:lpstr>El problema, los datos</vt:lpstr>
      <vt:lpstr>Ejemplos de test</vt:lpstr>
      <vt:lpstr>Demostración</vt:lpstr>
      <vt:lpstr>Conclusiones. Problemas. Mejoras</vt:lpstr>
      <vt:lpstr>Presentación de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Riesgos Laborales</dc:title>
  <cp:lastModifiedBy>brea pallarés breixo</cp:lastModifiedBy>
  <cp:revision>29</cp:revision>
  <cp:lastPrinted>2025-12-04T14:54:56Z</cp:lastPrinted>
  <dcterms:modified xsi:type="dcterms:W3CDTF">2025-12-04T14:59:52Z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2025-12-03T20:02:05Z</dcterms:created>
  <dc:creator>Unknown Creator</dc:creator>
  <dc:description/>
  <dc:language>en-US</dc:language>
  <cp:lastModifiedBy>Unknown Creator</cp:lastModifiedBy>
  <dcterms:modified xsi:type="dcterms:W3CDTF">2025-12-03T20:02:05Z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